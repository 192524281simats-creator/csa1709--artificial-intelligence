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7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E7F595-A578-A5C8-959E-DA4B09792363}"/>
              </a:ext>
            </a:extLst>
          </p:cNvPr>
          <p:cNvSpPr txBox="1"/>
          <p:nvPr/>
        </p:nvSpPr>
        <p:spPr>
          <a:xfrm>
            <a:off x="3047238" y="2966053"/>
            <a:ext cx="6094476" cy="92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CSA1709-Artificial Intelligence</a:t>
            </a:r>
            <a:endParaRPr lang="en-IN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spc="-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endParaRPr lang="en-IN" sz="27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074C3-2960-4380-1376-D92A3D8ADB34}"/>
              </a:ext>
            </a:extLst>
          </p:cNvPr>
          <p:cNvSpPr txBox="1"/>
          <p:nvPr/>
        </p:nvSpPr>
        <p:spPr>
          <a:xfrm rot="10800000" flipV="1">
            <a:off x="1353312" y="4772057"/>
            <a:ext cx="3310128" cy="92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Guided by:</a:t>
            </a:r>
          </a:p>
          <a:p>
            <a:pPr marL="12700" marR="5080" algn="ctr">
              <a:lnSpc>
                <a:spcPts val="3160"/>
              </a:lnSpc>
              <a:spcBef>
                <a:spcPts val="125"/>
              </a:spcBef>
            </a:pPr>
            <a:r>
              <a:rPr lang="en-IN" sz="2700" dirty="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Dr.P.Rajaram</a:t>
            </a:r>
            <a:endParaRPr lang="en-IN" sz="27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401FFF-3CA6-A0D3-1251-5A1867B61FBE}"/>
              </a:ext>
            </a:extLst>
          </p:cNvPr>
          <p:cNvSpPr txBox="1"/>
          <p:nvPr/>
        </p:nvSpPr>
        <p:spPr>
          <a:xfrm>
            <a:off x="8348472" y="4517136"/>
            <a:ext cx="2660904" cy="177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" algn="ctr">
              <a:lnSpc>
                <a:spcPts val="3200"/>
              </a:lnSpc>
              <a:spcBef>
                <a:spcPts val="120"/>
              </a:spcBef>
            </a:pPr>
            <a:r>
              <a:rPr lang="en-US" sz="27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Presented by:</a:t>
            </a:r>
          </a:p>
          <a:p>
            <a:pPr marL="3810" algn="ctr">
              <a:lnSpc>
                <a:spcPts val="3200"/>
              </a:lnSpc>
              <a:spcBef>
                <a:spcPts val="120"/>
              </a:spcBef>
            </a:pPr>
            <a:r>
              <a:rPr lang="en-US" sz="2700" dirty="0">
                <a:latin typeface="Times New Roman"/>
                <a:ea typeface="Calibri"/>
                <a:cs typeface="Times New Roman"/>
              </a:rPr>
              <a:t>KAVIYA.G</a:t>
            </a:r>
          </a:p>
          <a:p>
            <a:pPr marL="3810" algn="ctr">
              <a:lnSpc>
                <a:spcPts val="3200"/>
              </a:lnSpc>
              <a:spcBef>
                <a:spcPts val="120"/>
              </a:spcBef>
            </a:pPr>
            <a:r>
              <a:rPr lang="en-US" sz="27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1</a:t>
            </a:r>
            <a:r>
              <a:rPr lang="en-US" sz="2700" dirty="0">
                <a:latin typeface="Times New Roman"/>
                <a:ea typeface="Calibri"/>
                <a:cs typeface="Times New Roman"/>
              </a:rPr>
              <a:t>92524281</a:t>
            </a:r>
          </a:p>
          <a:p>
            <a:pPr marL="3810" algn="ctr">
              <a:lnSpc>
                <a:spcPts val="3200"/>
              </a:lnSpc>
              <a:spcBef>
                <a:spcPts val="120"/>
              </a:spcBef>
            </a:pPr>
            <a:r>
              <a:rPr lang="en-US" sz="2700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B.TECH AI</a:t>
            </a:r>
            <a:r>
              <a:rPr lang="en-US" sz="2700" dirty="0">
                <a:latin typeface="Times New Roman"/>
                <a:ea typeface="Calibri"/>
                <a:cs typeface="Times New Roman"/>
              </a:rPr>
              <a:t>&amp;DS</a:t>
            </a:r>
            <a:endParaRPr lang="en-US" sz="27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5E7C0E-089C-7270-9983-B56554E3A823}"/>
              </a:ext>
            </a:extLst>
          </p:cNvPr>
          <p:cNvSpPr txBox="1"/>
          <p:nvPr/>
        </p:nvSpPr>
        <p:spPr>
          <a:xfrm>
            <a:off x="438912" y="804672"/>
            <a:ext cx="1135684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SIMATS ENGINEERING</a:t>
            </a:r>
            <a:endParaRPr lang="en-IN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IN" sz="4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CO5- ASSESSMENT TOOL 3  </a:t>
            </a:r>
          </a:p>
          <a:p>
            <a:pPr algn="ctr">
              <a:buNone/>
            </a:pPr>
            <a:r>
              <a:rPr lang="en-IN" sz="44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Technical Presentation</a:t>
            </a:r>
            <a:endParaRPr lang="en-IN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41B4D6E1-E1C5-C1D3-6E1B-D2E840833E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70" y="224670"/>
            <a:ext cx="1135116" cy="1342883"/>
          </a:xfrm>
          <a:prstGeom prst="rect">
            <a:avLst/>
          </a:prstGeom>
        </p:spPr>
      </p:pic>
      <p:pic>
        <p:nvPicPr>
          <p:cNvPr id="12" name="object 5">
            <a:extLst>
              <a:ext uri="{FF2B5EF4-FFF2-40B4-BE49-F238E27FC236}">
                <a16:creationId xmlns:a16="http://schemas.microsoft.com/office/drawing/2014/main" id="{A06F8B68-A294-C321-3682-609FE4F183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9762" y="133230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5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BC63C6-66A4-7365-01FD-936C82053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54018"/>
            <a:ext cx="6465455" cy="64039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38A0E2-50F8-9FCD-BF3A-B84DB6C4D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155" y="137160"/>
            <a:ext cx="5511029" cy="657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4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1. System Analysis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Reverse-engineering an AI-based system: architecture, components, and working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832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6303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WHAT WE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1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Inputs • outputs • screens • APIs • logs</a:t>
            </a:r>
            <a:br/>
            <a:r>
              <a:t>Goal: understand what the system does without relying only on its source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6303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WHAT WE RECONSTRUCT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56231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Components • models • databases • services</a:t>
            </a:r>
            <a:br/>
            <a:r>
              <a:t>Goal: build a clear technical picture of the hidden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46303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WHAT WE 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56231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Architecture • data flow • decisions • dependencies</a:t>
            </a:r>
            <a:br/>
            <a:r>
              <a:t>Goal: communicate the system in a simple, testable 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86200"/>
            <a:ext cx="192024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995928"/>
            <a:ext cx="17739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User / 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3886200"/>
            <a:ext cx="192024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9272" y="3995928"/>
            <a:ext cx="17739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3886200"/>
            <a:ext cx="1920240" cy="9144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50992" y="3995928"/>
            <a:ext cx="17739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3886200"/>
            <a:ext cx="192024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82712" y="3995928"/>
            <a:ext cx="17739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3886200"/>
            <a:ext cx="118872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14432" y="3995928"/>
            <a:ext cx="10424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34640" y="43434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66360" y="43434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98079" y="4343400"/>
            <a:ext cx="41148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29800" y="43434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51663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Simple idea: Observe → Map components → Trace data → Validate behavior → Document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Architecture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typical AI application reconstructed from observable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82880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18488"/>
            <a:ext cx="168249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Frontend /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508760"/>
            <a:ext cx="182880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1618488"/>
            <a:ext cx="168249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API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508760"/>
            <a:ext cx="1828800" cy="7772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76672" y="1618488"/>
            <a:ext cx="168249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 / ML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08760"/>
            <a:ext cx="182880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62672" y="1618488"/>
            <a:ext cx="168249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Data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1508760"/>
            <a:ext cx="155448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48672" y="1618488"/>
            <a:ext cx="140817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Logs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1901952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46320" y="1901952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0" y="1901952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18320" y="1901952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2880360"/>
            <a:ext cx="283464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301752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1 •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410712"/>
            <a:ext cx="25054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User request, uploaded data, sensor/event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880360"/>
            <a:ext cx="283464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5112" y="301752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2 • 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410712"/>
            <a:ext cx="25054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Validation → preprocessing → model inference → business rules.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2880360"/>
            <a:ext cx="283464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71231" y="301752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3 •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3410712"/>
            <a:ext cx="25054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Prediction, recommendation, alert, dashboard result.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5780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Evidence sources: UI behavior, API requests, database schema, logs, configuration, model inputs/outputs.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Working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How the reverse-engineered AI system behaves from input to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50876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938528"/>
            <a:ext cx="1362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  <a:br/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Data enters the system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2860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828800"/>
            <a:ext cx="1508760" cy="9144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1938528"/>
            <a:ext cx="1362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  <a:br/>
            <a:r>
              <a:t>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97180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Format &amp; constraints checked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2860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1828800"/>
            <a:ext cx="1508760" cy="9144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1938528"/>
            <a:ext cx="1362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  <a:br/>
            <a: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97180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Clean / transform features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22860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1828800"/>
            <a:ext cx="150876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1938528"/>
            <a:ext cx="1362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  <a:br/>
            <a:r>
              <a:t>Infer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97180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AI model produces result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0" y="2286000"/>
            <a:ext cx="411479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83879" y="1828800"/>
            <a:ext cx="1508760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1938528"/>
            <a:ext cx="1362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  <a:br/>
            <a: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97180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Rules or thresholds act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92640" y="228600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04120" y="1828800"/>
            <a:ext cx="1508760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77272" y="1938528"/>
            <a:ext cx="13624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  <a:br/>
            <a:r>
              <a:t>Respond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97180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Result shown to user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4160520"/>
            <a:ext cx="85039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93392" y="4297680"/>
            <a:ext cx="8174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KEY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392" y="4690872"/>
            <a:ext cx="81747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At each step, compare observed inputs and outputs. If the output changes when one input changes, that relationship gives evidence about the hidden logic.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Findings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good reverse-engineering analysis separates evidence from assumptions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5448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47672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UI fields</a:t>
            </a:r>
            <a:br/>
            <a:r>
              <a:t>API calls</a:t>
            </a:r>
            <a:br/>
            <a:r>
              <a:t>Response format</a:t>
            </a:r>
            <a:br/>
            <a:r>
              <a:t>Runtime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55448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INFERRED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947672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Likely modules</a:t>
            </a:r>
            <a:br/>
            <a:r>
              <a:t>Processing order</a:t>
            </a:r>
            <a:br/>
            <a:r>
              <a:t>Model type family</a:t>
            </a:r>
            <a:br/>
            <a:r>
              <a:t>Decision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918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54480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9626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Repeatable tests</a:t>
            </a:r>
            <a:br/>
            <a:r>
              <a:t>Edge cases</a:t>
            </a:r>
            <a:br/>
            <a:r>
              <a:t>Latency patterns</a:t>
            </a:r>
            <a:br/>
            <a:r>
              <a:t>Error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ptos"/>
              </a:rPr>
              <a:t>Final architecture should be evidence-backed, not a guess.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00600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Aptos"/>
              </a:rPr>
              <a:t>Outcome: a clear map of components + responsibilities + data movement + decision 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2. Architecture Reconstruction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Reconstructing a software/AI architecture and showing module interactions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63039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STEP 1 • 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56231"/>
            <a:ext cx="31455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Observe screens, endpoints, inputs, outputs and error messages.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747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5424" y="1463039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STEP 2 •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1856231"/>
            <a:ext cx="31455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Group evidence into UI, services, model, database and external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325880"/>
            <a:ext cx="347472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0456" y="1463039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STEP 3 •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856231"/>
            <a:ext cx="314553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Draw calls, dependencies and data flow; then test the map.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Aptos"/>
              </a:rPr>
              <a:t>Reconstruction principle: every arrow should represent a real or strongly supported interaction.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Reconstructed Module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4592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93852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User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828800"/>
            <a:ext cx="164592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87752" y="193852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API / Controller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164592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193852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Preprocessor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28800"/>
            <a:ext cx="164592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193852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828800"/>
            <a:ext cx="164592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22792" y="193852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Rules /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61320" y="1828800"/>
            <a:ext cx="109728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34472" y="1938528"/>
            <a:ext cx="950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48840" y="2240280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60520" y="2240280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72200" y="2240280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83879" y="2240280"/>
            <a:ext cx="36576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95560" y="2240280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28800" y="3337560"/>
            <a:ext cx="347472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93392" y="347472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DATA STORE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3867911"/>
            <a:ext cx="31455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Features • user records • model metadata • audit 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337560"/>
            <a:ext cx="384048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33872" y="3474720"/>
            <a:ext cx="3511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EXTERNAL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3867911"/>
            <a:ext cx="35112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Authentication • maps • notification • third-party APIs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251960" y="2651760"/>
            <a:ext cx="0" cy="146304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589520" y="2651760"/>
            <a:ext cx="0" cy="6858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Demo: Trace One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Follow one request through the reconstructed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8288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1664207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54480"/>
            <a:ext cx="18288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1664207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554480"/>
            <a:ext cx="182880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85232" y="1664207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Feature Prep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554480"/>
            <a:ext cx="182880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71231" y="1664207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554480"/>
            <a:ext cx="164592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57232" y="1664207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Response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196596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54880" y="196596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1965960"/>
            <a:ext cx="457199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196596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063240"/>
            <a:ext cx="292608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3200400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WHAT TO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593592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Input fields</a:t>
            </a:r>
            <a:br/>
            <a:r>
              <a:t>Request ID</a:t>
            </a:r>
            <a:br/>
            <a:r>
              <a:t>Timestamp</a:t>
            </a:r>
            <a:br/>
            <a:r>
              <a:t>Status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063240"/>
            <a:ext cx="292608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5112" y="3200400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WHAT TO 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593592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Input → transformed features</a:t>
            </a:r>
            <a:br/>
            <a:r>
              <a:t>Features → model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3063240"/>
            <a:ext cx="2926080" cy="17373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71231" y="3200400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WHAT TO 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3593592"/>
            <a:ext cx="2596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Same input → consistent behavior</a:t>
            </a:r>
            <a:br/>
            <a:r>
              <a:t>Invalid input → predictable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Architecture Reconstruction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What the final technical diagram should communicate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6303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56231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Who does what?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6303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INTERACTIONS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56231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Who calls whom?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46303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DATA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856231"/>
            <a:ext cx="30540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What data moves and when?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A strong reconstruction lets another engineer understand the system without opening the original implementation.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Aptos"/>
              </a:rPr>
              <a:t>Deliverables: architecture diagram • sequence flow • module responsibilities • assumptions • validation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3. Algorithm &amp; Logic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How hidden algorithms and decision logic can be identified systematically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56231"/>
            <a:ext cx="30998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Inputs, outputs, timing, repeated behavior and edge cases.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56231"/>
            <a:ext cx="30998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Change one variable at a time and compare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INFER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856231"/>
            <a:ext cx="309981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Match behavior against known algorithm patterns and rules.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Method: Observation → Controlled test → Hypothesis →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Identifying the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behavior as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92024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1" y="1755648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Controlled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645920"/>
            <a:ext cx="192024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1755648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System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645920"/>
            <a:ext cx="192024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68112" y="1755648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Compare 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45920"/>
            <a:ext cx="192024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1755648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1645920"/>
            <a:ext cx="137160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22992" y="1755648"/>
            <a:ext cx="12252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05740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937760" y="205740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5200" y="205740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92640" y="2057400"/>
            <a:ext cx="4572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246119"/>
            <a:ext cx="2918691" cy="2029967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3383279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EXAMPLE CLUES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776472"/>
            <a:ext cx="2688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Sorted output → sorting family</a:t>
            </a:r>
            <a:br/>
            <a:r>
              <a:t>Shortest route → graph search</a:t>
            </a:r>
            <a:br/>
            <a:r>
              <a:t>Probability score → statistical/ML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246120"/>
            <a:ext cx="30175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2" y="3383279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776472"/>
            <a:ext cx="2688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API/network inspector</a:t>
            </a:r>
            <a:br/>
            <a:r>
              <a:t>Logs &amp; traces</a:t>
            </a:r>
            <a:br/>
            <a:r>
              <a:t>Debugger / profiler</a:t>
            </a:r>
            <a:br/>
            <a:r>
              <a:t>Test scripts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246120"/>
            <a:ext cx="301752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54112" y="3383279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CONFIRMATION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776472"/>
            <a:ext cx="2688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Test edge cases</a:t>
            </a:r>
            <a:br/>
            <a:r>
              <a:t>Measure complexity</a:t>
            </a:r>
            <a:br/>
            <a:r>
              <a:t>Repeat with new inputs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Decision Logic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Separate model prediction from business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19456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664207"/>
            <a:ext cx="20482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Input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54480"/>
            <a:ext cx="219456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1664207"/>
            <a:ext cx="20482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ML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219456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664207"/>
            <a:ext cx="20482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Threshold / Rule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554480"/>
            <a:ext cx="219456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17152" y="1664207"/>
            <a:ext cx="20482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Final Action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08960" y="1965960"/>
            <a:ext cx="548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52160" y="1965960"/>
            <a:ext cx="548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5360" y="1965960"/>
            <a:ext cx="548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Example: Model score = 0.82 → threshold = 0.70 → action = HIGH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794760"/>
            <a:ext cx="36576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93392" y="3931920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MODEL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4325112"/>
            <a:ext cx="33284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How is the prediction generated?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94760"/>
            <a:ext cx="36576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3931920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ptos"/>
              </a:rPr>
              <a:t>RULE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325112"/>
            <a:ext cx="33284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What condition converts the prediction into an action?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Tools &amp; Identification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64592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618488"/>
            <a:ext cx="14996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 • Inspect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API calls, UI events, logs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1901952"/>
            <a:ext cx="6400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508760"/>
            <a:ext cx="164592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1618488"/>
            <a:ext cx="14996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 • Probe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514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Controlled test inputs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6280" y="1901952"/>
            <a:ext cx="6400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508760"/>
            <a:ext cx="1645920" cy="7772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1618488"/>
            <a:ext cx="14996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 •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514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Outputs, timing, errors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1901952"/>
            <a:ext cx="6400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1508760"/>
            <a:ext cx="164592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25512" y="1618488"/>
            <a:ext cx="14996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 • 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514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Known algorithm signatures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98280" y="1901952"/>
            <a:ext cx="6400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38360" y="1508760"/>
            <a:ext cx="164592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11512" y="1618488"/>
            <a:ext cx="14996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 •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514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Aptos"/>
              </a:rPr>
              <a:t>Repeat and test edge cases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3977639"/>
            <a:ext cx="813816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176272" y="4114800"/>
            <a:ext cx="7808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FINAL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6272" y="4507992"/>
            <a:ext cx="7808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Algorithm candidate + evidence + confidence level + tests that support the conclusion.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4. Data Flow &amp;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Reverse-engineering data movement in a distributed AI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64592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75564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645920"/>
            <a:ext cx="164592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7752" y="175564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API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164592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75564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Service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645920"/>
            <a:ext cx="164592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175564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164592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1755648"/>
            <a:ext cx="14996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1645920"/>
            <a:ext cx="128016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51592" y="1755648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94560" y="2057400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60520" y="2057400"/>
            <a:ext cx="320039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26480" y="2057400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92440" y="2057400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2057400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2971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172A"/>
                </a:solidFill>
                <a:latin typeface="Aptos"/>
              </a:rPr>
              <a:t>Distributed system = multiple services cooperating through network calls and shared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3794760"/>
            <a:ext cx="29260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53312" y="3931920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325112"/>
            <a:ext cx="25968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HTTP/REST • JSON • events • queues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3794760"/>
            <a:ext cx="29260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82312" y="3931920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4325112"/>
            <a:ext cx="25968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Validation • transformation • inference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794760"/>
            <a:ext cx="29260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3931920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325112"/>
            <a:ext cx="25968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Operational data • features • 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End-to-End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50876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80136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Raw 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57400" y="210312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68880" y="1691640"/>
            <a:ext cx="150876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2032" y="180136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974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Check format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2103120"/>
            <a:ext cx="41148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0" y="1691640"/>
            <a:ext cx="150876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180136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Create features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79" y="2103120"/>
            <a:ext cx="411481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1691640"/>
            <a:ext cx="150876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80136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Run model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210312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0" y="1691640"/>
            <a:ext cx="150876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180136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Persist result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38360" y="210312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149840" y="1691640"/>
            <a:ext cx="150876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22992" y="180136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69748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Return response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3657600"/>
            <a:ext cx="841248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93392" y="3794760"/>
            <a:ext cx="8083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DATA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4187952"/>
            <a:ext cx="80832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For every interface, identify: sender → receiver → payload → protocol → response → failure behavior.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Communication &amp; Failure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The reverse-engineered map should include normal and abnormal 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82880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664207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Service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554480"/>
            <a:ext cx="182880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1664207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Service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182880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664207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554480"/>
            <a:ext cx="182880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17152" y="1664207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1965960"/>
            <a:ext cx="9144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1965960"/>
            <a:ext cx="9144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0" y="1965960"/>
            <a:ext cx="91440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3246120"/>
            <a:ext cx="29260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3383279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SUCCESS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76472"/>
            <a:ext cx="25968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Request → processing → prediction → stored result →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246120"/>
            <a:ext cx="29260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2" y="3383279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Aptos"/>
              </a:rPr>
              <a:t>FAILURE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776472"/>
            <a:ext cx="25968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Timeout → retry → fallback → error response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246120"/>
            <a:ext cx="29260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1312" y="3383279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776472"/>
            <a:ext cx="259689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Request ID → logs → service timings → final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Data Flow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clean data-flow diagram answers four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45919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WHERE FROM?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2139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Source of each data item.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508760"/>
            <a:ext cx="24688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85031" y="1645919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WHERE TO?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039112"/>
            <a:ext cx="2139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Destination and responsible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08760"/>
            <a:ext cx="24688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1" y="1645919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Aptos"/>
              </a:rPr>
              <a:t>HOW?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2039112"/>
            <a:ext cx="2139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Protocol and message format.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508760"/>
            <a:ext cx="246888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62872" y="1645919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Aptos"/>
              </a:rPr>
              <a:t>WHAT IF?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2039112"/>
            <a:ext cx="2139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Timeout, validation and failure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Outcome: a traceable pipeline from user input to final AI result, including communication and failure handling.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5. Enhancement &amp; Redesign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Turning reverse-engineering findings into measurable 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29184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63039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1 • FIND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856231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Performance bottlenecks</a:t>
            </a:r>
            <a:br/>
            <a:r>
              <a:t>Security weaknesses</a:t>
            </a:r>
            <a:br/>
            <a:r>
              <a:t>Poor usability</a:t>
            </a:r>
            <a:br/>
            <a:r>
              <a:t>Duplicate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29184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463039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ptos"/>
              </a:rPr>
              <a:t>2 •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56231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Refactor modules</a:t>
            </a:r>
            <a:br/>
            <a:r>
              <a:t>Improve APIs</a:t>
            </a:r>
            <a:br/>
            <a:r>
              <a:t>Optimize model/data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29184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463039"/>
            <a:ext cx="2962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3 • 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56231"/>
            <a:ext cx="296265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Latency • accuracy</a:t>
            </a:r>
            <a:br/>
            <a:r>
              <a:t>Reliability • cost</a:t>
            </a:r>
            <a:br/>
            <a:r>
              <a:t>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Redesign should solve a demonstrated problem—not simply add more features.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Before → After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Aptos"/>
              </a:rPr>
              <a:t>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828800"/>
            <a:ext cx="182880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1938528"/>
            <a:ext cx="168249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182880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56432" y="1938528"/>
            <a:ext cx="168249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Monolithic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828800"/>
            <a:ext cx="182880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50992" y="1938528"/>
            <a:ext cx="168249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Database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212848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212080" y="2212848"/>
            <a:ext cx="3657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0" y="1325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B981"/>
                </a:solidFill>
                <a:latin typeface="Aptos"/>
              </a:rPr>
              <a:t>AFTER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828800"/>
            <a:ext cx="146304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14032" y="1938528"/>
            <a:ext cx="131673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828800"/>
            <a:ext cx="1463040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97112" y="1938528"/>
            <a:ext cx="131673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40" y="1828800"/>
            <a:ext cx="109728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80192" y="1938528"/>
            <a:ext cx="95097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03920" y="2212848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87000" y="2212848"/>
            <a:ext cx="3200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5840" y="3246120"/>
            <a:ext cx="539496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3383279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Aptos"/>
              </a:rPr>
              <a:t>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776472"/>
            <a:ext cx="50657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One large component makes scaling, testing and debugging difficult.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3246120"/>
            <a:ext cx="438912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85431" y="3383279"/>
            <a:ext cx="40599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REDESIGN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1" y="3776472"/>
            <a:ext cx="405993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Separate API, inference and data services; add monitoring and caching where justified.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Enhancement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Prioritize improvements by impact and implementation effort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214884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435607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399032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Caching, batching, async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67128"/>
            <a:ext cx="2148840" cy="5669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2768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40280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Retries, timeouts, health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08376"/>
            <a:ext cx="2148840" cy="56692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1181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81528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Validation, access control, secrets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49624"/>
            <a:ext cx="214884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9593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922776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Feature monitoring, drift checks, evaluation 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90872"/>
            <a:ext cx="214884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800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764024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Aptos"/>
              </a:rPr>
              <a:t>Clear errors, faster feedback, explainable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Redesign Roadmap &amp; Expected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41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practical sequence for implementing 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50876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70992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  <a:br/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Measure current system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01168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600200"/>
            <a:ext cx="150876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170992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  <a:br/>
            <a:r>
              <a:t>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6517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Address highest-risk gaps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01168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1600200"/>
            <a:ext cx="1508760" cy="8229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170992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  <a:br/>
            <a:r>
              <a:t>Refactor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517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Separate responsibilities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201168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1600200"/>
            <a:ext cx="1508760" cy="822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170992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  <a:br/>
            <a:r>
              <a:t>Optimize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517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Improve latency/cost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0" y="201168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83880" y="1600200"/>
            <a:ext cx="150876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2" y="170992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  <a:br/>
            <a: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6517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Regression + load tests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92640" y="2011680"/>
            <a:ext cx="4114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04120" y="1600200"/>
            <a:ext cx="150876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77272" y="1709928"/>
            <a:ext cx="13624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  <a:br/>
            <a:r>
              <a:t>Monitor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651760"/>
            <a:ext cx="1508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Track quality over time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54480" y="3886200"/>
            <a:ext cx="9052560" cy="1280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19072" y="4023360"/>
            <a:ext cx="8723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EXPECTED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9072" y="4416552"/>
            <a:ext cx="8723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Lower latency • higher reliability • easier maintenance • better AI quality • clearer user experience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  <a:latin typeface="Aptos"/>
              </a:rPr>
              <a:t>AI SYSTEM REVERSE ENGINEERING • TECHNICAL PRESENTATION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DC1637-1223-96E5-694D-7028664B798F}"/>
              </a:ext>
            </a:extLst>
          </p:cNvPr>
          <p:cNvSpPr txBox="1"/>
          <p:nvPr/>
        </p:nvSpPr>
        <p:spPr>
          <a:xfrm>
            <a:off x="2660073" y="193964"/>
            <a:ext cx="633614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/>
              <a:t>GPS PHOTO</a:t>
            </a:r>
            <a:endParaRPr lang="en-US" sz="45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C94AE-5DF8-0856-07F7-D4C6FADD1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018" y="1062182"/>
            <a:ext cx="4867564" cy="560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58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1459</Words>
  <Application>Microsoft Office PowerPoint</Application>
  <PresentationFormat>Widescreen</PresentationFormat>
  <Paragraphs>298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G KAVIYA</cp:lastModifiedBy>
  <cp:revision>2</cp:revision>
  <dcterms:created xsi:type="dcterms:W3CDTF">2013-01-27T09:14:16Z</dcterms:created>
  <dcterms:modified xsi:type="dcterms:W3CDTF">2026-08-24T18:45:30Z</dcterms:modified>
  <cp:category/>
</cp:coreProperties>
</file>